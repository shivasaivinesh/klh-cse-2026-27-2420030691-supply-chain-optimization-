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Learning-Based Predictive Analytics for Supply Chain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REVIEW – III  |  Batch 15 — Team 15  |  Guide: Dr. K. Swapnika</a:t>
            </a:r>
          </a:p>
          <a:p>
            <a:r>
              <a:t>Department of CSE, KLH University, Bachupally  |  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Review-III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2,096,319 records cleaned and integrated across 3 public benchmark datasets</a:t>
            </a:r>
          </a:p>
          <a:p>
            <a:r>
              <a:rPr sz="1400"/>
              <a:t>•  500 store–item series, 913,000 daily observations, 57 engineered features</a:t>
            </a:r>
          </a:p>
          <a:p>
            <a:r>
              <a:rPr sz="1400"/>
              <a:t>•  Full pipeline implemented: ingest → EDA → features → forecasting → risk → optimisation → XAI → dashboard</a:t>
            </a:r>
          </a:p>
          <a:p>
            <a:r>
              <a:rPr sz="1400"/>
              <a:t>•  Best ML model MAPE 12.11 % vs SARIMA 19.19 % on identical test rows</a:t>
            </a:r>
          </a:p>
          <a:p>
            <a:r>
              <a:rPr sz="1400"/>
              <a:t>•  MAPE reduction vs statistical baseline: 36.9 % lower error</a:t>
            </a:r>
          </a:p>
          <a:p>
            <a:r>
              <a:rPr sz="1400"/>
              <a:t>•  Inventory: total cost down 2.1 % at matched service; stock-outs down 25 % under a lead-time disruption</a:t>
            </a:r>
          </a:p>
          <a:p>
            <a:r>
              <a:rPr sz="1400"/>
              <a:t>•  Delay risk: F1 0.722 (target 0.85 not met - documented); lead-time sigma_L = 1.27 days measured on DataCo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Architecture as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Tier 1 Data: src/fetch_data.py + src/data_ingest.py (D1 DataCo, D2 Store-Item Demand, D3 Online Retail II)</a:t>
            </a:r>
          </a:p>
          <a:p>
            <a:r>
              <a:rPr sz="1400"/>
              <a:t>•  Tier 2 Processing: src/features.py — 57 model features + 28-day LSTM sequence</a:t>
            </a:r>
          </a:p>
          <a:p>
            <a:r>
              <a:rPr sz="1200"/>
              <a:t>•  Tier 3 Intelligence: SARIMA, Random Forest, XGBoost, LightGBM, LSTM, weighted ensemble; delay-risk classifier; lead-time regression</a:t>
            </a:r>
          </a:p>
          <a:p>
            <a:r>
              <a:rPr sz="1400"/>
              <a:t>•  Tier 4 Prescription: safety stock / ROP / EOQ engine, SHAP explainability, Streamlit dashboard</a:t>
            </a:r>
          </a:p>
          <a:p>
            <a:r>
              <a:rPr sz="1400"/>
              <a:t>•  Orchestrated by src/run_pipeline.py with fixed seeds — fully reproducible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Multi-Horizon Demand Forecasting — Results</a:t>
            </a:r>
          </a:p>
        </p:txBody>
      </p:sp>
      <p:pic>
        <p:nvPicPr>
          <p:cNvPr id="3" name="Picture 2" descr="f14_model_comparison_m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2778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92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Recursive 184-day rollout; each model feeds back its own predictions</a:t>
            </a:r>
          </a:p>
          <a:p>
            <a:r>
              <a:rPr sz="1400"/>
              <a:t>•  Matched-subset test: identical SKUs and dates for every model</a:t>
            </a:r>
          </a:p>
          <a:p>
            <a:r>
              <a:rPr sz="1400"/>
              <a:t>•  Best ML model: MAPE 12.11 %, MAE 6.46, R² 0.928</a:t>
            </a:r>
          </a:p>
          <a:p>
            <a:r>
              <a:rPr sz="1400"/>
              <a:t>•  SARIMA baseline: MAPE 19.19 %</a:t>
            </a:r>
          </a:p>
          <a:p>
            <a:r>
              <a:rPr sz="1400"/>
              <a:t>•  LSTM: one-step MAPE 11.74 % with 17,861 parameters</a:t>
            </a:r>
          </a:p>
          <a:p>
            <a:r>
              <a:rPr sz="1400"/>
              <a:t>•  Lag-feature ablation: 32.8 % error reduction vs calendar-only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Delay-Risk &amp; Lead-Time Prediction</a:t>
            </a:r>
          </a:p>
        </p:txBody>
      </p:sp>
      <p:pic>
        <p:nvPicPr>
          <p:cNvPr id="3" name="Picture 2" descr="f17_delay_risk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31143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92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Temporal hold-out: 36,104 unseen orders, 275 features after encoding</a:t>
            </a:r>
          </a:p>
          <a:p>
            <a:r>
              <a:rPr sz="1400"/>
              <a:t>•  Best classifier RandomForest: F1 0.722, ROC-AUC 0.769</a:t>
            </a:r>
          </a:p>
          <a:p>
            <a:r>
              <a:rPr sz="1400"/>
              <a:t>•  Lead-time model MAE 0.96 days</a:t>
            </a:r>
          </a:p>
          <a:p>
            <a:r>
              <a:rPr sz="1400"/>
              <a:t>•  Measured σ(lead time) = 1.27 days feeds the safety-stock formula</a:t>
            </a:r>
          </a:p>
          <a:p>
            <a:r>
              <a:rPr sz="1400"/>
              <a:t>•  Leakage-controlled: post-delivery fields excluded from the feature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Forecast-to-Prescription Inventory Optimisation</a:t>
            </a:r>
          </a:p>
        </p:txBody>
      </p:sp>
      <p:pic>
        <p:nvPicPr>
          <p:cNvPr id="3" name="Picture 2" descr="f20_inventory_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29833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92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Controlled study: both policies face identical demand and identical lead-time draws</a:t>
            </a:r>
          </a:p>
          <a:p>
            <a:r>
              <a:rPr sz="1400"/>
              <a:t>•  E1 - forecast alone (same formula both sides): total cost down 3.07 %, stock-outs down 3.50 %</a:t>
            </a:r>
          </a:p>
          <a:p>
            <a:r>
              <a:rPr sz="1400"/>
              <a:t>•  E2 - as-designed risk-aware policy vs traditional practice: total cost down 2.12 % at matched service</a:t>
            </a:r>
          </a:p>
          <a:p>
            <a:r>
              <a:rPr sz="1400"/>
              <a:t>•  E3 - LEAD-TIME DISRUPTION (3x variability): fill rate 95.14 % -&gt; 96.36 %, stock-outs down 25.0 %, total cost down 13.5 %</a:t>
            </a:r>
          </a:p>
          <a:p>
            <a:r>
              <a:rPr sz="1200"/>
              <a:t>•  HONEST NEGATIVE RESULT: the 15-20 % holding-cost target is NOT met (holding cost up 0.59 % at matched service) - a better forecast buys resilience, not cycle-stock savings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Explainable AI and Decision Support</a:t>
            </a:r>
          </a:p>
        </p:txBody>
      </p:sp>
      <p:pic>
        <p:nvPicPr>
          <p:cNvPr id="3" name="Picture 2" descr="f26_whatif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3600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92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SHAP beeswarm and dependence plots for the forecasting model</a:t>
            </a:r>
          </a:p>
          <a:p>
            <a:r>
              <a:rPr sz="1400"/>
              <a:t>•  Global and local attribution for the delay-risk classifier</a:t>
            </a:r>
          </a:p>
          <a:p>
            <a:r>
              <a:rPr sz="1400"/>
              <a:t>•  What-if simulator quantifies promotion, holiday and demand-shock scenarios</a:t>
            </a:r>
          </a:p>
          <a:p>
            <a:r>
              <a:rPr sz="1400"/>
              <a:t>•  Live order risk calculator inside the dashboard uses the trained classifier</a:t>
            </a:r>
          </a:p>
          <a:p>
            <a:r>
              <a:rPr sz="1400"/>
              <a:t>•  Designed so a planner can see, trust and override the recommendation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Objectives vs. Achieved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O1 forecasting: MAPE 12.11 % and 36.9 % better than SARIMA - target &gt;=25 % ACHIEVED</a:t>
            </a:r>
          </a:p>
          <a:p>
            <a:r>
              <a:rPr sz="1200"/>
              <a:t>•  O2 inventory: total cost down 2.12 % at matched service, stock-outs down 25 % under disruption - PARTIALLY ACHIEVED (holding-cost target not met, documented)</a:t>
            </a:r>
          </a:p>
          <a:p>
            <a:r>
              <a:rPr sz="1400"/>
              <a:t>•  O3 risk: F1 0.722 - target 0.85, PARTIALLY ACHIEVED (cause diagnosed)</a:t>
            </a:r>
          </a:p>
          <a:p>
            <a:r>
              <a:rPr sz="1400"/>
              <a:t>•  O4 dashboard: 5-tab Streamlit app with a live risk calculator - ACHIEVED</a:t>
            </a:r>
          </a:p>
          <a:p>
            <a:r>
              <a:rPr sz="1400"/>
              <a:t>•  O5 benchmarking: 3 datasets, temporal hold-out, ablation, matched subset, service-matched policy study - ACHIEVED</a:t>
            </a:r>
          </a:p>
          <a:p>
            <a:r>
              <a:rPr sz="1400"/>
              <a:t>•  O6 reproducibility: one-command pipeline with fixed seeds and auto-generated report - ACHIEVED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Temporal Fusion Transformer (pytorch-forecasting) added to the ensemble with attention-based interpretation</a:t>
            </a:r>
          </a:p>
          <a:p>
            <a:r>
              <a:rPr sz="1400"/>
              <a:t>•  Supplier-level history and cost-sensitive learning to lift delay-risk F1 to ≥ 0.85</a:t>
            </a:r>
          </a:p>
          <a:p>
            <a:r>
              <a:rPr sz="1400"/>
              <a:t>•  Per-SKU-family cost calibration and stochastic lead-time distributions</a:t>
            </a:r>
          </a:p>
          <a:p>
            <a:r>
              <a:rPr sz="1400"/>
              <a:t>•  Dockerfile + FastAPI endpoints (/forecast, /recommend, /explain) and role-based dashboard views</a:t>
            </a:r>
          </a:p>
          <a:p>
            <a:r>
              <a:rPr sz="1400"/>
              <a:t>•  Diebold–Mariano significance testing, rolling-origin evaluation, drift monitoring</a:t>
            </a:r>
          </a:p>
          <a:p>
            <a:r>
              <a:rPr sz="1400"/>
              <a:t>•  Conference paper draft and end-to-end demonstration video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•  Questions and demonstration</a:t>
            </a:r>
          </a:p>
          <a:p>
            <a:r>
              <a:rPr sz="1400"/>
              <a:t>•  Repository: github.com/shivasaivinesh/KLH-CSE-2026-27-2420030691-supply-chain-optimization-</a:t>
            </a:r>
          </a:p>
          <a:p>
            <a:r>
              <a:rPr sz="1400"/>
              <a:t>•  Run everything with: python src/run_pipeline.py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